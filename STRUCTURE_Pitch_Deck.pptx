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A8A7A">
              <a:alpha val="20000"/>
            </a:srgbClr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0CB49E">
              <a:alpha val="12000"/>
            </a:srgbClr>
          </a:solidFill>
          <a:ln w="12700">
            <a:solidFill>
              <a:srgbClr val="0CB4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Behavioural Accountability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645920" cy="4572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Non-violent  ·  Lawful  ·  AI-Powered  ·  Scalable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Sponsor Pitch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teachers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experiencing or witnessing physical violence as a discipline method in schools.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disciplinary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unrecorded, making it impossible to identify patterns or protect students and staff.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in SA to coordinate discipline, merits, AI guidance, and parent communication in one place.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schools need a structured, lawful, and non-violent accountability system — urgently.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is the first unified school accountability platform designed for South Africa.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administrators, teachers, and parents the tools to manage, record, and resolve learner behaviour — lawfully and transparently — powered by AI trained on real school scenarios.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6F7F5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incidents, merits, and warnings with full detail, date, and visibility controls.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6F7F5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Guidance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347472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step-by-step, non-violent action plans instantly for any reported incident.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6F7F5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47472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share strategies and comment on cases — building shared institutional knowledge.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377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6F7F5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5146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👨‍👩‍👦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75120" y="30632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347472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receive real-time, appropriate updates — keeping them informed without breaching privacy.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logs an incident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behaviour, student, severity, and visibility setting (internal or parent-visible).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" y="1618488"/>
            <a:ext cx="0" cy="2377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01952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01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an action plan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762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AI analyses the incident and produces a step-by-step, non-violent resolution plan in seconds.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" y="2377440"/>
            <a:ext cx="0" cy="2377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60904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609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6151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collaborate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93522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teachers can view, comment, and add insights on the incident — building shared institutional knowledge.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" y="3136392"/>
            <a:ext cx="0" cy="2377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19856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374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is notified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941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public incidents, parents receive a clear, professional notification via the platform.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" y="3895344"/>
            <a:ext cx="0" cy="237744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78808"/>
            <a:ext cx="475488" cy="475488"/>
          </a:xfrm>
          <a:prstGeom prst="ellipse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78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133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resolve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4531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tracked. Patterns surface in reports. The system learns — improving its advice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ROLES. ONE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School Administrator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&amp; 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AI behaviour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class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972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 Teacher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incidents &amp; merits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action plans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1188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on cases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1188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class rosters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1188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forum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109728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0972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143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👨‍👧  Parent / Guardian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public records only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merit points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465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read-only access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7220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4652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design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0A8A7A">
              <a:alpha val="15000"/>
            </a:srgbClr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STRUCTURE genuinely different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943600" cy="694944"/>
          </a:xfrm>
          <a:prstGeom prst="roundRect">
            <a:avLst>
              <a:gd name="adj" fmla="val 65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93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Situation-aware plans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plan is generated from the specific incident description, not generic templates.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5943600" cy="694944"/>
          </a:xfrm>
          <a:prstGeom prst="roundRect">
            <a:avLst>
              <a:gd name="adj" fmla="val 65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140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patterns from every school improve the AI — the more schools, the smarter it gets.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63824"/>
            <a:ext cx="5943600" cy="694944"/>
          </a:xfrm>
          <a:prstGeom prst="roundRect">
            <a:avLst>
              <a:gd name="adj" fmla="val 65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18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Non-violent by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4838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suggestions follow restorative, legally compliant discipline frameworks.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5943600" cy="694944"/>
          </a:xfrm>
          <a:prstGeom prst="roundRect">
            <a:avLst>
              <a:gd name="adj" fmla="val 65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23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B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suggestions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2885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similar past incidents for teacher reference before logging.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E6F7F5"/>
          </a:solidFill>
          <a:ln w="25400">
            <a:solidFill>
              <a:srgbClr val="0A8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3-School Pilot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3,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to 3 partner schools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Onboard 30 teachers &amp; 3 admins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Collect incident data &amp; AI feedback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1129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Measure resolution rate vs. baseline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188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Provincial Rollout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8470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1,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to 20 schools in Gauteng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6334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Introduce parent mobile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07238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model improvement sprint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51129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Publish first impact report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1188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4813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18470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1945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100+ schools nationwide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6334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Dept. of Education partnership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07238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Multi-school analytics network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51129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SaaS licensing model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ClassDojo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Parent communication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585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Merit 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AI discipline plans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0954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SA-localised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850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staff collaboration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9728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430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783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Learning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2585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behaviour module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73405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AI guidance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20954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Technical to deploy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6850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parent portal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651760" cy="365760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25400">
            <a:solidFill>
              <a:srgbClr val="0A8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09728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0A8A7A"/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1430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1783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action plans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225856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SA-context trained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73405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Staff collaboration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20954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Parent portal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68503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Unified platform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26,000+ public schools in SA  ·  SAM (Gauteng): 2,600+ schools  ·  SOM Year 1: 100 schools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A8A7A">
              <a:alpha val="12000"/>
            </a:srgbClr>
          </a:solidFill>
          <a:ln w="12700">
            <a:solidFill>
              <a:srgbClr val="0A8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SPONSORSHIP TIERS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transforming school discipline in South Africa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>
              <a:alpha val="7000"/>
            </a:srgbClr>
          </a:solidFill>
          <a:ln w="25400">
            <a:solidFill>
              <a:srgbClr val="A8D5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5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50,000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Logo on 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319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Quarterly impact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8496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3-month pilot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>
              <a:alpha val="7000"/>
            </a:srgbClr>
          </a:solidFill>
          <a:ln w="25400">
            <a:solidFill>
              <a:srgbClr val="0CB4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B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150,000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Co-branded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319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School success stories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8496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Advisory board seat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>
              <a:alpha val="7000"/>
            </a:srgbClr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645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Cornerstone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057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350,000+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Named feature sponsor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319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CSI compliance coverage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8496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National press exposure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unresolved incidents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260604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paper-based schools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resolution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260604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cut response time significantly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5152" y="260604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logged, dated, and accountable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325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76656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supported in Year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48272" y="2606040"/>
            <a:ext cx="1819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pilot schools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A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"STRUCTURE doesn't just record behaviour — it changes it."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8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D1B3E">
              <a:alpha val="2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1B3E">
              <a:alpha val="15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STRUCTURE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discipline. Without violence. Without exception.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2377440"/>
            <a:ext cx="32918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structure@schooltech.co.za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www.structureapp.co.za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+27 (0)11 000 0000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 ·  Building Accountability. Rebuilding Futures.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– School Behavioural Accountability Platform</dc:title>
  <dc:subject>PptxGenJS Presentation</dc:subject>
  <dc:creator>PptxGenJS</dc:creator>
  <cp:lastModifiedBy>PptxGenJS</cp:lastModifiedBy>
  <cp:revision>1</cp:revision>
  <dcterms:created xsi:type="dcterms:W3CDTF">2026-06-11T22:32:14Z</dcterms:created>
  <dcterms:modified xsi:type="dcterms:W3CDTF">2026-06-11T22:32:14Z</dcterms:modified>
</cp:coreProperties>
</file>